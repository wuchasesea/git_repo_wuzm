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8BD5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09320" y="278765"/>
            <a:ext cx="9041765" cy="262890"/>
          </a:xfrm>
          <a:prstGeom prst="rect">
            <a:avLst/>
          </a:prstGeom>
          <a:solidFill>
            <a:srgbClr val="BF8BD5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欢迎</a:t>
            </a:r>
            <a:r>
              <a:rPr lang="zh-CN" altLang="en-US"/>
              <a:t>语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09320" y="643890"/>
            <a:ext cx="1376045" cy="995680"/>
          </a:xfrm>
          <a:prstGeom prst="rect">
            <a:avLst/>
          </a:prstGeom>
          <a:solidFill>
            <a:srgbClr val="BF8BD5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200"/>
              <a:t>模式设置</a:t>
            </a:r>
            <a:endParaRPr lang="zh-CN" altLang="en-US" sz="1200"/>
          </a:p>
          <a:p>
            <a:pPr algn="l"/>
            <a:r>
              <a:rPr lang="zh-CN" altLang="en-US" sz="1200"/>
              <a:t>心情模块：开</a:t>
            </a:r>
            <a:r>
              <a:rPr lang="en-US" altLang="zh-CN" sz="1200"/>
              <a:t>/</a:t>
            </a:r>
            <a:r>
              <a:rPr lang="zh-CN" altLang="en-US" sz="1200"/>
              <a:t>关</a:t>
            </a:r>
            <a:endParaRPr lang="zh-CN" altLang="en-US" sz="1200"/>
          </a:p>
          <a:p>
            <a:pPr algn="l"/>
            <a:r>
              <a:rPr lang="zh-CN" altLang="en-US" sz="1200"/>
              <a:t>陪伴模式：</a:t>
            </a:r>
            <a:endParaRPr lang="en-US" altLang="zh-CN" sz="1200"/>
          </a:p>
        </p:txBody>
      </p:sp>
      <p:sp>
        <p:nvSpPr>
          <p:cNvPr id="6" name="矩形 5"/>
          <p:cNvSpPr/>
          <p:nvPr/>
        </p:nvSpPr>
        <p:spPr>
          <a:xfrm>
            <a:off x="2524125" y="643890"/>
            <a:ext cx="4801870" cy="3839210"/>
          </a:xfrm>
          <a:prstGeom prst="rect">
            <a:avLst/>
          </a:prstGeom>
          <a:solidFill>
            <a:srgbClr val="BF8BD5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对话</a:t>
            </a:r>
            <a:r>
              <a:rPr lang="zh-CN" altLang="en-US"/>
              <a:t>框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524125" y="4720590"/>
            <a:ext cx="7426960" cy="262890"/>
          </a:xfrm>
          <a:prstGeom prst="rect">
            <a:avLst/>
          </a:prstGeom>
          <a:solidFill>
            <a:srgbClr val="BF8BD5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输入</a:t>
            </a:r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071100" y="278765"/>
            <a:ext cx="1376045" cy="995680"/>
          </a:xfrm>
          <a:prstGeom prst="rect">
            <a:avLst/>
          </a:prstGeom>
          <a:solidFill>
            <a:srgbClr val="BF8BD5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用户</a:t>
            </a:r>
            <a:r>
              <a:rPr lang="zh-CN" altLang="en-US"/>
              <a:t>信息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071100" y="1639570"/>
            <a:ext cx="1376045" cy="995680"/>
          </a:xfrm>
          <a:prstGeom prst="rect">
            <a:avLst/>
          </a:prstGeom>
          <a:solidFill>
            <a:srgbClr val="BF8BD5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情绪</a:t>
            </a:r>
            <a:r>
              <a:rPr lang="zh-CN" altLang="en-US"/>
              <a:t>曲线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071100" y="3069590"/>
            <a:ext cx="1376045" cy="1914525"/>
          </a:xfrm>
          <a:prstGeom prst="rect">
            <a:avLst/>
          </a:prstGeom>
          <a:solidFill>
            <a:srgbClr val="BF8BD5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潜在的用户</a:t>
            </a:r>
            <a:r>
              <a:rPr lang="zh-CN" altLang="en-US"/>
              <a:t>介绍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09320" y="1741805"/>
            <a:ext cx="1376045" cy="391160"/>
          </a:xfrm>
          <a:prstGeom prst="rect">
            <a:avLst/>
          </a:prstGeom>
          <a:solidFill>
            <a:srgbClr val="BF8BD5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当前</a:t>
            </a:r>
            <a:r>
              <a:rPr lang="zh-CN" altLang="en-US"/>
              <a:t>音乐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09320" y="2344420"/>
            <a:ext cx="1376045" cy="2640330"/>
          </a:xfrm>
          <a:prstGeom prst="rect">
            <a:avLst/>
          </a:prstGeom>
          <a:solidFill>
            <a:srgbClr val="BF8BD5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高德地址推荐（商品</a:t>
            </a:r>
            <a:r>
              <a:rPr lang="zh-CN" altLang="en-US"/>
              <a:t>推荐）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533005" y="643890"/>
            <a:ext cx="2418080" cy="1149350"/>
          </a:xfrm>
          <a:prstGeom prst="rect">
            <a:avLst/>
          </a:prstGeom>
          <a:solidFill>
            <a:srgbClr val="BF8BD5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内容</a:t>
            </a:r>
            <a:r>
              <a:rPr lang="zh-CN" altLang="en-US"/>
              <a:t>创作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0693400" y="4058285"/>
            <a:ext cx="753745" cy="925195"/>
          </a:xfrm>
          <a:prstGeom prst="rect">
            <a:avLst/>
          </a:prstGeom>
          <a:solidFill>
            <a:srgbClr val="BF8BD5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小灵形象</a:t>
            </a:r>
            <a:r>
              <a:rPr lang="zh-CN" altLang="en-US"/>
              <a:t>成长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533005" y="2056765"/>
            <a:ext cx="2418080" cy="2426335"/>
          </a:xfrm>
          <a:prstGeom prst="rect">
            <a:avLst/>
          </a:prstGeom>
          <a:solidFill>
            <a:srgbClr val="BF8BD5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广场相似</a:t>
            </a:r>
            <a:r>
              <a:rPr lang="zh-CN" altLang="en-US"/>
              <a:t>内容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90270" y="657225"/>
            <a:ext cx="960120" cy="368300"/>
          </a:xfrm>
          <a:prstGeom prst="rect">
            <a:avLst/>
          </a:prstGeom>
          <a:noFill/>
          <a:ln w="6350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en-US" altLang="zh-CN"/>
              <a:t>User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WPS 演示</Application>
  <PresentationFormat>宽屏</PresentationFormat>
  <Paragraphs>28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lemon</cp:lastModifiedBy>
  <cp:revision>159</cp:revision>
  <dcterms:created xsi:type="dcterms:W3CDTF">2019-06-19T02:08:00Z</dcterms:created>
  <dcterms:modified xsi:type="dcterms:W3CDTF">2025-10-19T16:21:35Z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FD54E84D2C004B5197C05E761561C1E0_11</vt:lpwstr>
  </property>
</Properties>
</file>